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0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 3D de algoritmos de optimizacion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funcion de Beale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SGD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55648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55648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Momentum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54096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54096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Nesterov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2544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52544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 ·  PyTorch  ·  Plotly  ·  Python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262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</a:rPr>
              <a:t>QUE PROBLEMA RESOLVEMOS?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optimizador correcto</a:t>
            </a:r>
            <a:endParaRPr lang="en-US" sz="3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todo.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21488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Teoria abstracta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1821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Los libros explican los optimizadores con ecuaciones. Dificil intuir que hace cada parametro.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1488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2148840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28600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Benchmark realista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91840" y="31821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La funcion de Beale tiene valles, crestas y un unico minimo global — reto perfecto para comparar.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21488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80760" y="214884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28600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Herramienta viva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72200" y="31821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El dashboard permite cambiar lr, mu, beta en tiempo real y ver el impacto inmediato.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</a:rPr>
              <a:t>LA FUNCION DE BEALE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850392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J(w1, w2) = (1.5 - w1 + w1*w2)^2 + (2.25 - w1 + w1*w2^2)^2 + (2.625 - w1 + w1*w2^3)^2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(3,  0.5)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Minimo global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Valor en el minimo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log(J+1)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Escala usada en 3D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~250 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Norma grad. en inicio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611880"/>
            <a:ext cx="850392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Por que Beale?  </a:t>
            </a:r>
            <a:r>
              <a:rPr lang="en-US" sz="1300" dirty="0">
                <a:solidFill>
                  <a:srgbClr val="94A3B8"/>
                </a:solidFill>
              </a:rPr>
              <a:t>Tiene multiples valles y crestas asimetricas que ponen a prueba la robustez de cada optimizador. El gradiente en el punto de partida es tan grande (~250k) que sin clipping los algoritmos explotan.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</a:rPr>
              <a:t>LOS 4 OPTIMIZADORES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20574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SGD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</a:rPr>
              <a:t>Gradient Descent puro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&lt;- w - lr * dJ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Sin memoria ni adaptacion. Sensible al lr; puede oscilar en valles alargados.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+ Simple y predecible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- Lento, zigzaguea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23160" y="594360"/>
            <a:ext cx="20574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MOMENTUM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9631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B82F6"/>
                </a:solidFill>
              </a:rPr>
              <a:t>SGD + inercia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6888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&lt;- mu*v - lr*dJ ; w &lt;- w+v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31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Acumula velocidad en la direccion correcta. Pasa por minimos planos mucho mas rapido.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9631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+ Mas rapido que SGD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9631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- Puede sobrepasar el minimo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594360"/>
            <a:ext cx="20574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NESTEROV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9087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</a:rPr>
              <a:t>Correccion anticipada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look-ahead: dJ en w + mu*v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087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Calcula el gradiente un paso por delante. Frena antes de llegar al minimo, menos overshoot.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9087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+ Mas preciso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087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- Depende del ajuste de mu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1228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12280" y="594360"/>
            <a:ext cx="20574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1228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ADAM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8543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Adaptive Moment Estimation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lr_t = lr/(sqrt(v)+e) * m_hat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8543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Lr adaptativo por parametro. Combina momentum (m) y RMS de gradientes (v). Robusto por defecto.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8543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+ Converge rapido y estable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8543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- Mas hiperparametros (b1,b2)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</a:rPr>
              <a:t>ARQUITECTURA TECNICA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Stack de tecnologias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914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 (UI + Callbacks)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Layout reactivo, sliders, checklist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91440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Plotly 3D Surface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80x80 mesh precomputado, log1p(J)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44368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914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PyTorch Autograd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Gradientes automaticos, torch.optim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877056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877056"/>
            <a:ext cx="914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922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NumPy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279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Malla de surface, arrays de trayectoria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640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Decisiones de ingenieria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43584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166360" y="1124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clip_grad_norm_(max=10)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66360" y="14996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Evita explosion en zonas de alta curvatura (~250k norm).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2011680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76272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6636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w.clamp_(-5, 5)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166360" y="2432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Previene escape del dominio y NaN en la superficie.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663440" y="2944368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10896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6636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log1p(J) en eje Z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166360" y="3364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Comprime 6 ordenes de magnitud para revelar la topologia.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63440" y="3877056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041648"/>
            <a:ext cx="320040" cy="32004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66360" y="3922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Warmup en import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16636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Elimina el retraso 2-3s del primer callback de Dash.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57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 que construimos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20040" y="1234440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234440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2064" y="1234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interactivo</a:t>
            </a:r>
            <a:r>
              <a:rPr lang="en-US" sz="1300" dirty="0">
                <a:solidFill>
                  <a:srgbClr val="94A3B8"/>
                </a:solidFill>
              </a:rPr>
              <a:t> — Visualizacion 3D en tiempo real de 4 optimizadores sobre Beale.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938528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" y="1938528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2064" y="19385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Ingenieria robusta</a:t>
            </a:r>
            <a:r>
              <a:rPr lang="en-US" sz="1300" dirty="0">
                <a:solidFill>
                  <a:srgbClr val="94A3B8"/>
                </a:solidFill>
              </a:rPr>
              <a:t> — Clipping, clamping y log-compresion para estabilidad numerica.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2642616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0040" y="2642616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2064" y="264261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Experiencia educativa</a:t>
            </a:r>
            <a:r>
              <a:rPr lang="en-US" sz="1300" dirty="0">
                <a:solidFill>
                  <a:srgbClr val="94A3B8"/>
                </a:solidFill>
              </a:rPr>
              <a:t> — Panel con explicaciones inline: cada parametro, cada decision, documentada.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0040" y="3346704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0040" y="3346704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2064" y="334670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Codigo limpio y modular</a:t>
            </a:r>
            <a:r>
              <a:rPr lang="en-US" sz="1300" dirty="0">
                <a:solidFill>
                  <a:srgbClr val="94A3B8"/>
                </a:solidFill>
              </a:rPr>
              <a:t> — app.py separa UI de logica; optimizers.py es independiente y testeable.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" y="4343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 -&gt;  localhost:8050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578</Words>
  <Application>Microsoft Macintosh PowerPoint</Application>
  <PresentationFormat>On-screen Show (16:9)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Optimizer Physics — Presentacion</dc:title>
  <dc:subject>PptxGenJS Presentation</dc:subject>
  <dc:creator>PptxGenJS</dc:creator>
  <cp:lastModifiedBy>Sebastian Gutierrez</cp:lastModifiedBy>
  <cp:revision>2</cp:revision>
  <dcterms:created xsi:type="dcterms:W3CDTF">2026-03-30T18:28:18Z</dcterms:created>
  <dcterms:modified xsi:type="dcterms:W3CDTF">2026-03-31T07:10:09Z</dcterms:modified>
</cp:coreProperties>
</file>