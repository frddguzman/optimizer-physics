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73152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8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 3D de algoritmos de optimizacion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la funcion de Beale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1170432" cy="347472"/>
          </a:xfrm>
          <a:prstGeom prst="roundRect">
            <a:avLst>
              <a:gd name="adj" fmla="val 26316"/>
            </a:avLst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9184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SGD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55648" y="3291840"/>
            <a:ext cx="1170432" cy="347472"/>
          </a:xfrm>
          <a:prstGeom prst="roundRect">
            <a:avLst>
              <a:gd name="adj" fmla="val 26316"/>
            </a:avLst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55648" y="329184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Momentum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54096" y="3291840"/>
            <a:ext cx="1170432" cy="347472"/>
          </a:xfrm>
          <a:prstGeom prst="roundRect">
            <a:avLst>
              <a:gd name="adj" fmla="val 26316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54096" y="329184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Nesterov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52544" y="3291840"/>
            <a:ext cx="1170432" cy="347472"/>
          </a:xfrm>
          <a:prstGeom prst="roundRect">
            <a:avLst>
              <a:gd name="adj" fmla="val 26316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52544" y="329184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ADAM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46634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 ·  PyTorch  ·  Plotly  ·  Python</a:t>
            </a:r>
            <a:endParaRPr lang="en-US" sz="1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5262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4A3B8"/>
                </a:solidFill>
              </a:rPr>
              <a:t>QUE PROBLEMA RESOLVEMOS?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optimizador correcto</a:t>
            </a:r>
            <a:endParaRPr lang="en-US" sz="3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todo.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2148840"/>
            <a:ext cx="26517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2148840"/>
            <a:ext cx="26517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0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Teoria abstracta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3182112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Los libros explican los optimizadores con ecuaciones. Dificil intuir que hace cada parametro.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2148840"/>
            <a:ext cx="26517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2148840"/>
            <a:ext cx="26517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286000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Benchmark realista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291840" y="3182112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La funcion de Beale tiene valles, crestas y un unico minimo global — reto perfecto para comparar.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80760" y="2148840"/>
            <a:ext cx="26517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80760" y="2148840"/>
            <a:ext cx="2651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286000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7220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Herramienta viva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172200" y="3182112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El dashboard permite cambiar lr, mu, beta en tiempo real y ver el impacto inmediato.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4A3B8"/>
                </a:solidFill>
              </a:rPr>
              <a:t>LA FUNCION DE BEALE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640080"/>
            <a:ext cx="8503920" cy="1234440"/>
          </a:xfrm>
          <a:prstGeom prst="rect">
            <a:avLst/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J(w1, w2) = (1.5 - w1 + w1*w2)^2 + (2.25 - w1 + w1*w2^2)^2 + (2.625 - w1 + w1*w2^3)^2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2057400"/>
            <a:ext cx="19659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21488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(3,  0.5)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27432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Minimo global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2057400"/>
            <a:ext cx="19659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21488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68880" y="27432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Valor en el minimo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2057400"/>
            <a:ext cx="19659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21488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log(J+1)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17720" y="27432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Escala usada en 3D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2057400"/>
            <a:ext cx="19659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21488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~250 k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66560" y="27432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Norma grad. en inicio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3611880"/>
            <a:ext cx="8503920" cy="12344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Por que Beale? 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Tiene multiples valles y crestas asimetricas que ponen a prueba la robustez de cada optimizador. El gradiente en el punto de partida es tan grande (~250k) que sin clipping los algoritmos explotan.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4A3B8"/>
                </a:solidFill>
              </a:rPr>
              <a:t>LOS 4 OPTIMIZADORES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594360"/>
            <a:ext cx="2057400" cy="4343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594360"/>
            <a:ext cx="205740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5943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SGD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1752" y="1298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F4444"/>
                </a:solidFill>
              </a:rPr>
              <a:t>Gradient Descent puro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719072"/>
            <a:ext cx="196596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719072"/>
            <a:ext cx="19659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&lt;- w - lr * dJ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1752" y="2359152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Sin memoria ni adaptacion. Sensible al lr; puede oscilar en valles alargados.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1752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+ Simple y predecible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" y="3913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- Lento, zigzaguea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23160" y="594360"/>
            <a:ext cx="2057400" cy="4343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23160" y="594360"/>
            <a:ext cx="205740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5943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MOMENTUM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496312" y="1298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</a:rPr>
              <a:t>SGD + inercia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68880" y="1719072"/>
            <a:ext cx="196596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1719072"/>
            <a:ext cx="19659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&lt;- mu*v - lr*dJ ; w &lt;- w+v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96312" y="2359152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Acumula velocidad en la direccion correcta. Pasa por minimos planos mucho mas rapido.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496312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+ Mas rapido que SGD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96312" y="3913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- Puede sobrepasar el minimo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594360"/>
            <a:ext cx="2057400" cy="4343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594360"/>
            <a:ext cx="205740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5943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NESTEROV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690872" y="1298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</a:rPr>
              <a:t>Correccion anticipada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719072"/>
            <a:ext cx="196596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719072"/>
            <a:ext cx="19659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look-ahead: dJ en w + mu*v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90872" y="2359152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Calcula el gradiente un paso por delante. Frena antes de llegar al minimo, menos overshoot.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90872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+ Mas preciso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90872" y="3913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- Depende del ajuste de mu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12280" y="594360"/>
            <a:ext cx="2057400" cy="4343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12280" y="594360"/>
            <a:ext cx="205740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5943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ADAM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885432" y="1298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</a:rPr>
              <a:t>Adaptive Moment Estimation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58000" y="1719072"/>
            <a:ext cx="196596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1719072"/>
            <a:ext cx="19659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lr_t = lr/(sqrt(v)+e) * m_hat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85432" y="2359152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Lr adaptativo por parametro. Combina momentum (m) y RMS de gradientes (v). Robusto por defecto.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885432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+ Converge rapido y estable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85432" y="3913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- Mas hiperparametros (b1,b2)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4A3B8"/>
                </a:solidFill>
              </a:rPr>
              <a:t>ARQUITECTURA TECNICA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Stack de tecnologias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023360" cy="804672"/>
          </a:xfrm>
          <a:prstGeom prst="rect">
            <a:avLst/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9144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247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Dash (UI + Callbacks)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Layout reactivo, sliders, checklist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011680"/>
            <a:ext cx="4023360" cy="804672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011680"/>
            <a:ext cx="91440" cy="8046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57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Plotly 3D Surface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4140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80x80 mesh precomputado, log1p(J)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944368"/>
            <a:ext cx="4023360" cy="804672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944368"/>
            <a:ext cx="91440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900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PyTorch Autograd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3467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Gradientes automaticos, torch.optim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877056"/>
            <a:ext cx="4023360" cy="804672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877056"/>
            <a:ext cx="91440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9227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NumPy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2793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Malla de surface, arrays de trayectoria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63440" y="64008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Decisiones de ingenieria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1078992"/>
            <a:ext cx="416052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243584"/>
            <a:ext cx="320040" cy="32004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166360" y="11247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clip_grad_norm_(max=10)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66360" y="14996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Evita explosion en zonas de alta curvatura (~250k norm).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663440" y="2011680"/>
            <a:ext cx="416052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76272"/>
            <a:ext cx="320040" cy="32004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166360" y="2057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w.clamp_(-5, 5)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166360" y="24323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Previene escape del dominio y NaN en la superficie.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4663440" y="2944368"/>
            <a:ext cx="416052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108960"/>
            <a:ext cx="320040" cy="32004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166360" y="2990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log1p(J) en eje Z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5166360" y="33649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Comprime 6 ordenes de magnitud para revelar la topologia.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4663440" y="3877056"/>
            <a:ext cx="416052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4041648"/>
            <a:ext cx="320040" cy="32004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166360" y="39227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Warmup en import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5166360" y="4297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Elimina el retraso 2-3s del primer callback de Dash.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4A3B8"/>
                </a:solidFill>
              </a:rPr>
              <a:t>DEMO EN VIVO — GUIA DE USO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Que mostrar al profesor?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344168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44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12801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Estado inicial (lr=0.01, 200 iter)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15636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Mostrar 4 optimizadores a la vez. Senalar que ADAM llega mas cerca de (3, 0.5) y SGD zigzaguea mas.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984248"/>
            <a:ext cx="85039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2093976"/>
            <a:ext cx="420624" cy="42062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093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2688" y="202996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Subir lr a 0.08 — inestabilidad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" y="23134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SGD y Momentum empiezan a oscilar fuerte. Muestra el rol del gradient clipping.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734056"/>
            <a:ext cx="85039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2843784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843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2688" y="277977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mu=0 vs mu=0.95 con Momentum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2688" y="3063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Desactivar SGD y Nesterov. Comparar extremos del momentum: lento-estable vs rapido-overshooting.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483864"/>
            <a:ext cx="85039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3593592"/>
            <a:ext cx="420624" cy="4206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593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2688" y="352958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Nesterov vs Momentum puros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688" y="3813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Mismo lr y mu. Nesterov frena antes del minimo gracias al gradiente look-ahead.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233672"/>
            <a:ext cx="85039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4048" y="4343400"/>
            <a:ext cx="420624" cy="42062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2688" y="427939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500 iteraciones — quien converge?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32688" y="456285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Con mas iter, ADAM converge casi exactamente a (3, 0.5). SGD puede quedar lejos sin ajuste fino.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371600"/>
            <a:ext cx="3657600" cy="36576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5029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4572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Lo que construimos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320040" y="1234440"/>
            <a:ext cx="8503920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234440"/>
            <a:ext cx="73152" cy="5852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2064" y="1234440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Dashboard interactivo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— Visualizacion 3D en tiempo real de 4 optimizadores sobre Beale.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0040" y="1938528"/>
            <a:ext cx="8503920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1938528"/>
            <a:ext cx="73152" cy="5852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" y="1938528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Ingenieria robusta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— Clipping, clamping y log-compresion para estabilidad numerica.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0040" y="2642616"/>
            <a:ext cx="8503920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2642616"/>
            <a:ext cx="73152" cy="5852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2064" y="2642616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Experiencia educativa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— Panel con explicaciones inline: cada parametro, cada decision, documentada.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20040" y="3346704"/>
            <a:ext cx="8503920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" y="3346704"/>
            <a:ext cx="73152" cy="5852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2064" y="3346704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Codigo limpio y modular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— app.py separa UI de logica; optimizers.py es independiente y testeable.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20040" y="43434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app.py  -&gt;  localhost:8050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Optimizer Physics — Presentacion</dc:title>
  <dc:subject>PptxGenJS Presentation</dc:subject>
  <dc:creator>PptxGenJS</dc:creator>
  <cp:lastModifiedBy>PptxGenJS</cp:lastModifiedBy>
  <cp:revision>1</cp:revision>
  <dcterms:created xsi:type="dcterms:W3CDTF">2026-03-30T18:28:18Z</dcterms:created>
  <dcterms:modified xsi:type="dcterms:W3CDTF">2026-03-30T18:28:18Z</dcterms:modified>
</cp:coreProperties>
</file>